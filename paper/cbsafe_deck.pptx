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Calibr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0B0B0B"/>
                </a:solidFill>
                <a:latin typeface="Calibr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Calibr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560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Calibri"/>
              </a:rPr>
              <a:t>Department of Computer Science, American International University–Bangladesh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1">
                <a:solidFill>
                  <a:srgbClr val="898781"/>
                </a:solidFill>
                <a:latin typeface="Calibri"/>
              </a:rPr>
              <a:t>Slides 1–15: required method presentation.   Slides 16–23: full-paper research walkthrough.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Federated learning shares model updates, not raw data, yet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those updates still leak private training data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Secure aggregation hides updates behind masks, but its key exchange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breaks under a quantum computer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(harvest-now, decrypt-later).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Every post-quantum fix today is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lattice-only, a monoculture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; and hiding updates also blinds the server to poisoned ones.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Goal: one protocol that is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private, post-quantum with crypto diversity, and Byzantine-robust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Quantum threat: Shor's algorithm breaks classical key exchange, and traffic recorded today is decryptable later.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 diversity: NIST selected the code-based KEM HQC in 2025 to hedge a lattice break; that diversity has not reached FL.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FedGT (IEEE TIFS, 2025) is the closest peer to our robustness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An assignment matrix groups n clients into m overlapping groups (the parity-check structure of a code).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COMP / Neyman-Pearson decoder infers which clients are malicious from the group test results.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Crypto: it treats secure aggregation as a black box, with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no post-quantum layer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, in a lattice-only field.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Cost: it needs a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server validation set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and per-round group testing over fixed overlapping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Single-round decode: it identifies attackers from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one round's tests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, using no information across rounds.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Unexplained failure: it does not characterize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why ordinary robust aggregation breaks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Paper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Venue quality: IEEE TIFS, a Q1 security journal. Recency: published 2025.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Relevance: it solves our exact sub-problem, malicious-client identification under secure aggregation.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Method strength: its group testing outperforms the geometric median (RFA) and Multi-Krum in its own study.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Reproducible: public code and a clearly specified protocol, a solid foundation to build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Hide updates within clusters using a code-based (HQC) masking protocol: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Run group testing across re-randomized clusters over rounds to identify attackers (CB-SAFE+).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Bonawitz-style double masking: pairwise masks cancel in the cluster sum, so individuals stay hidden.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Dropout resilience via Shamir secret sharing of the self-masks.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274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the core idea: identify malicious clients from group-level observations, never from individual updates.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 groups are the privacy-preserving cluster sums (the pools); a probe flags contaminated pools.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HQC, the code-based KEM NIST selected in 2025, for post-quantum confidentiality.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HQC sits behind a KEM-agnostic interface, so ML-KEM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HQC-seeded masking [2], [3] hides updates inside clusters, so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Crypto: FedGT is crypto-agnostic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is code-based post-quantum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Detection: FedGT uses single-round COMP + a validation set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uses temporal accumulation + a root-loss probe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Theory: FedGT gives no failure model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proves the laundering boundary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Results: accuracy ties FedGT with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fewer false exclusions and ~4× lower cost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6690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First code-based post-quantum secure aggregation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laundering theorem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Temporal group testing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over re-randomized clusters with a root-loss probe: identifies attackers the server never sees.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trust-free variant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3124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Selection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Venue and recency: the basis paper is Q1 (IEEE TIFS), 2025; supporting sources are top-tier (ACM CCS, NIST).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Relevance: every borrowed idea maps directly onto a component of our exact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Method strength: we match SOTA (FedGT) on robustness at ~4× lower cost, add PQC, and prove the failure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Breadth and rigor: validated on four datasets and two modalities, multiple seeds, with significance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End of the required method presentation. Slides 16–22 present the full paper and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Took: masking [2], group testing [1], and a code-based KEM [3].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Changed: temporal group testing over re-randomized clusters; HQC-seeded, KEM-agnostic masking.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One training round: confidentiality within clusters, temporal group testing over re-randomized clusters,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14" y="2240280"/>
            <a:ext cx="7832267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949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Non-IID split via a Dirichlet(0.5) partition; 30 communication rounds; clusters of size c = 3.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Attacks: sign-flip (laundering), label-flip, backdoor. Baselines: mean, trimmed, median, Krum, Bulyan, RFA, FLTrust, FedGT.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478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Under sign-flip at f ≥ 0.2 every coordinate-wise rule collapses to chance; CB-SAFE+ holds and ties FedGT.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2" y="2331720"/>
            <a:ext cx="10528491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Test accuracy vs. round for eight rules, over three datasets (rows) and three malicious fractions (columns); CB-SAFE+ tracks the clean baseline while the others diverge (from the paper, Fig. 7).</a:t>
            </a:r>
          </a:p>
        </p:txBody>
      </p:sp>
      <p:pic>
        <p:nvPicPr>
          <p:cNvPr id="4" name="Picture 3" descr="shot_dynamics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817" y="1965960"/>
            <a:ext cx="4986061" cy="39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Malicious and honest suspicion separate within a few rounds; attackers are named from group-level observations alone.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507" y="2514600"/>
            <a:ext cx="757868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Label-flip test accuracy (from the paper, Table VI); CB-SAFE+ matches FedGT and leads at the hardest setting (f=0.3).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746" y="2331720"/>
            <a:ext cx="10026203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Code-based (HQC) confidentiality gives crypto diversity beyond lattices; ML-KEM swaps in unchanged.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9" y="3063240"/>
            <a:ext cx="6479177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CB-SAFE unifies code-based PQ secure aggregation with temporal group-testing robustness in one protocol.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It ties the state of the art (FedGT) on robustness and detection, at lower cost, and adds crypto diversity plus a failure theory.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